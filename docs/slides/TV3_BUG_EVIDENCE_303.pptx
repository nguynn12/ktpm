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SLIDE 1 (BUG-01):</a:t>
            </a:r>
          </a:p>
          <a:p>
            <a:r>
              <a:t>- Người trình bày: Nguyễn Khiêm Thuận (TV3) - MSSV: 2312764 - Seed: 303.</a:t>
            </a:r>
          </a:p>
          <a:p>
            <a:r>
              <a:t>- Bằng chứng gốc: docs/evidence/TV3_BUG01_correspondents_500.png và docs/evidence/TV3_BUG01_document_types_500.png.</a:t>
            </a:r>
          </a:p>
          <a:p>
            <a:r>
              <a:t>- Phiên bản đã xác minh: Paperless-ngx v3.1.3 (Docker Desktop 29.7.2, Windows 11).</a:t>
            </a:r>
          </a:p>
          <a:p>
            <a:r>
              <a:t>- Chi tiết tái hiện: Lỗi do TV2 phát hiện đầu tiên trên Tag. TV3 đã tái hiện độc lập 100% trên Correspondents và Document Types bằng 2 lượt gọi HTTP thực tế.</a:t>
            </a:r>
          </a:p>
          <a:p>
            <a:r>
              <a:t>- Điểm lưu ý trả lời giảng viên: Không tự suy đoán lỗi do TypeError hay ép kiểu ORM nếu chưa trích xuất traceback từ log container; ghi nhận chuẩn xác là Unhandled Server Error ở lớp PermissionsMixin dùng chung.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SLIDE 2 (BUG-03):</a:t>
            </a:r>
          </a:p>
          <a:p>
            <a:r>
              <a:t>- Người trình bày: Nguyễn Khiêm Thuận (TV3) - MSSV: 2312764 - Seed: 303.</a:t>
            </a:r>
          </a:p>
          <a:p>
            <a:r>
              <a:t>- Bằng chứng gốc: docs/evidence/TV3_BUG03_response_201.png, docs/evidence/TV3_BUG03_schema_required.png, docs/openapi_TV3.json.</a:t>
            </a:r>
          </a:p>
          <a:p>
            <a:r>
              <a:t>- Mã băm schema SHA256: 888b0f89ec0a9f65293f5320a86b1810d7904f93033178b567e313d951b12e3a.</a:t>
            </a:r>
          </a:p>
          <a:p>
            <a:r>
              <a:t>- Chi tiết tái hiện: Đã xác thực qua 2 lần POST tạo mới ID 111 và ID 112 trên instance local. Cả 2 lần response 201 đều chỉ có 8 trường và thiếu 3 trường required.</a:t>
            </a:r>
          </a:p>
          <a:p>
            <a:r>
              <a:t>- Điểm lưu ý trả lời giảng viên: Phân tích rõ nguyên nhân bất đồng bộ do drf-spectacular dùng chung một schema Correspondent cho cả GET/POST, trong khi trường permissions cần cờ full_perms và 2 trường count/date là thuộc tính annotate chỉ tính toán khi truy vấn danh sách.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686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CDD6F4"/>
                </a:solidFill>
              </a:defRPr>
            </a:pPr>
            <a:r>
              <a:t>BUG-01: Dữ Liệu Permissions Sai Kiểu Gây Lỗi Máy Chủ HTTP 500</a:t>
            </a:r>
          </a:p>
          <a:p>
            <a:pPr>
              <a:defRPr sz="1200">
                <a:solidFill>
                  <a:srgbClr val="A6ADC8"/>
                </a:solidFill>
              </a:defRPr>
            </a:pPr>
            <a:r>
              <a:t>Thành viên 3: Nguyễn Khiêm Thuận · MSSV: 2312764 · Seed: 303 | Paperless-ngx v3.1.3 | Schemathesis 4.30.1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01200" y="365760"/>
            <a:ext cx="2011680" cy="411480"/>
          </a:xfrm>
          <a:prstGeom prst="roundRect">
            <a:avLst/>
          </a:prstGeom>
          <a:solidFill>
            <a:srgbClr val="F38BA8"/>
          </a:solidFill>
          <a:ln>
            <a:solidFill>
              <a:srgbClr val="F38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>
              <a:defRPr sz="1200" b="1">
                <a:solidFill>
                  <a:srgbClr val="11111B"/>
                </a:solidFill>
              </a:defRPr>
            </a:pPr>
            <a:r>
              <a:t>ĐÃ TÁI HIỆN (HIGH)</a:t>
            </a:r>
          </a:p>
        </p:txBody>
      </p:sp>
      <p:pic>
        <p:nvPicPr>
          <p:cNvPr id="4" name="Picture 3" descr="TV3_BUG01_correspondents_5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394960" cy="3035808"/>
          </a:xfrm>
          <a:prstGeom prst="rect">
            <a:avLst/>
          </a:prstGeom>
        </p:spPr>
      </p:pic>
      <p:pic>
        <p:nvPicPr>
          <p:cNvPr id="5" name="Picture 4" descr="TV3_BUG01_document_types_5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394960" cy="30358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4343400"/>
            <a:ext cx="11064240" cy="21488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454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 bIns="137160"/>
          <a:lstStyle/>
          <a:p>
            <a:pPr algn="ctr">
              <a:defRPr sz="1300" b="1">
                <a:solidFill>
                  <a:srgbClr val="F9E2AF"/>
                </a:solidFill>
              </a:defRPr>
            </a:pPr>
            <a:r>
              <a:t>TÓM TẮT KỸ THUẬT &amp; ĐỐI CHIẾU HỢP ĐỒNG API (BUG-01)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89B4FA"/>
                </a:solidFill>
              </a:rPr>
              <a:t>• Endpoint &amp; Dữ liệu kích hoạt: </a:t>
            </a:r>
            <a:r>
              <a:rPr b="0" sz="1100">
                <a:solidFill>
                  <a:srgbClr val="CDD6F4"/>
                </a:solidFill>
              </a:rPr>
              <a:t>POST /api/correspondents/ và POST /api/document_types/ với payload set_permissions.view = false (boolean thay vì object).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38BA8"/>
                </a:solidFill>
              </a:rPr>
              <a:t>• Thực tế hệ thống (Actual): </a:t>
            </a:r>
            <a:r>
              <a:rPr b="0" sz="1100">
                <a:solidFill>
                  <a:srgbClr val="CDD6F4"/>
                </a:solidFill>
              </a:rPr>
              <a:t>HTTP 500 Internal Server Error dạng HTML; máy chủ Django gặp ngoại lệ chưa được xử lý (Unhandled Server Error).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A6E3A1"/>
                </a:solidFill>
              </a:rPr>
              <a:t>• Kỳ vọng hợp đồng (Expected): </a:t>
            </a:r>
            <a:r>
              <a:rPr b="0" sz="1100">
                <a:solidFill>
                  <a:srgbClr val="CDD6F4"/>
                </a:solidFill>
              </a:rPr>
              <a:t>HTTP 400 Bad Request; theo đặc tả OpenAPI, view phải là object chứa danh sách ID người dùng/nhóm ({users: [], groups: []}).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9E2AF"/>
                </a:solidFill>
              </a:rPr>
              <a:t>• Trạng thái &amp; Kết luận: </a:t>
            </a:r>
            <a:r>
              <a:rPr b="0" sz="1100">
                <a:solidFill>
                  <a:srgbClr val="CDD6F4"/>
                </a:solidFill>
              </a:rPr>
              <a:t>ĐÃ TÁI HIỆN THÀNH CÔNG 2 LẦN ĐỘC LẬP trên cả hai tài nguyên. Lỗi kiến trúc dùng chung ở tầng PermissionsMixin; chưa kết luận cụ thể nguyên nhân mã nguồn do thiếu traceback server nội bộ container.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686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CDD6F4"/>
                </a:solidFill>
              </a:defRPr>
            </a:pPr>
            <a:r>
              <a:t>BUG-03: Phản Hồi Tạo Mới Correspondent Không Khớp OpenAPI Schema</a:t>
            </a:r>
          </a:p>
          <a:p>
            <a:pPr>
              <a:defRPr sz="1200">
                <a:solidFill>
                  <a:srgbClr val="A6ADC8"/>
                </a:solidFill>
              </a:defRPr>
            </a:pPr>
            <a:r>
              <a:t>Thành viên 3: Nguyễn Khiêm Thuận · MSSV: 2312764 · Seed: 303 | Paperless-ngx v3.1.3 | Schemathesis 4.30.1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01200" y="365760"/>
            <a:ext cx="2011680" cy="411480"/>
          </a:xfrm>
          <a:prstGeom prst="roundRect">
            <a:avLst/>
          </a:prstGeom>
          <a:solidFill>
            <a:srgbClr val="F9E2AF"/>
          </a:solidFill>
          <a:ln>
            <a:solidFill>
              <a:srgbClr val="F9E2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>
              <a:defRPr sz="1200" b="1">
                <a:solidFill>
                  <a:srgbClr val="11111B"/>
                </a:solidFill>
              </a:defRPr>
            </a:pPr>
            <a:r>
              <a:t>SAI LỆCH HỢP ĐỒNG (MEDIUM)</a:t>
            </a:r>
          </a:p>
        </p:txBody>
      </p:sp>
      <p:pic>
        <p:nvPicPr>
          <p:cNvPr id="4" name="Picture 3" descr="TV3_BUG03_response_2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394960" cy="3035808"/>
          </a:xfrm>
          <a:prstGeom prst="rect">
            <a:avLst/>
          </a:prstGeom>
        </p:spPr>
      </p:pic>
      <p:pic>
        <p:nvPicPr>
          <p:cNvPr id="5" name="Picture 4" descr="TV3_BUG03_schema_requi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394960" cy="30358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4343400"/>
            <a:ext cx="11064240" cy="21488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454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 bIns="137160"/>
          <a:lstStyle/>
          <a:p>
            <a:pPr algn="ctr">
              <a:defRPr sz="1300" b="1">
                <a:solidFill>
                  <a:srgbClr val="F9E2AF"/>
                </a:solidFill>
              </a:defRPr>
            </a:pPr>
            <a:r>
              <a:t>TÓM TẮT KỸ THUẬT &amp; ĐỐI CHIẾU HỢP ĐỒNG API (BUG-03)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89B4FA"/>
                </a:solidFill>
              </a:rPr>
              <a:t>• Thao tác &amp; Endpoint: </a:t>
            </a:r>
            <a:r>
              <a:rPr b="0" sz="1100">
                <a:solidFill>
                  <a:srgbClr val="CDD6F4"/>
                </a:solidFill>
              </a:rPr>
              <a:t>POST /api/correspondents/ tạo mới bản ghi thành công với mã phản hồi HTTP 201 Created (ID tự sinh).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38BA8"/>
                </a:solidFill>
              </a:rPr>
              <a:t>• Trường bắt buộc bị thiếu đã xác minh: </a:t>
            </a:r>
            <a:r>
              <a:rPr b="0" sz="1100">
                <a:solidFill>
                  <a:srgbClr val="CDD6F4"/>
                </a:solidFill>
              </a:rPr>
              <a:t>Phản hồi 201 thực tế thiếu chính xác 3 trường required theo schema: document_count, last_correspondence, và permissions.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A6E3A1"/>
                </a:solidFill>
              </a:rPr>
              <a:t>• Kiểm tra điều kiện full_perms: </a:t>
            </a:r>
            <a:r>
              <a:rPr b="0" sz="1100">
                <a:solidFill>
                  <a:srgbClr val="CDD6F4"/>
                </a:solidFill>
              </a:rPr>
              <a:t>Trường permissions chỉ trả về khi gọi GET với full_perms=true, nhưng schema OpenAPI lại đánh required vô điều kiện trong response 201 của POST.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9E2AF"/>
                </a:solidFill>
              </a:rPr>
              <a:t>• Phân loại sai lệch hợp đồng: </a:t>
            </a:r>
            <a:r>
              <a:rPr b="0" sz="1100">
                <a:solidFill>
                  <a:srgbClr val="CDD6F4"/>
                </a:solidFill>
              </a:rPr>
              <a:t>Sai lệch hợp đồng API (Schema Contract Violation) giữa drf-spectacular và response serializer; chưa quy kết lỗi ở backend hay tài liệu nếu chưa đủ bằng chứng. Hồ sơ TV3 chỉ khẳng định lỗi trên Correspondents.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